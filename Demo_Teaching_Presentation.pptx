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4B8BB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Teaching Presentation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371975"/>
            <a:ext cx="8229600" cy="91440"/>
          </a:xfrm>
          <a:prstGeom prst="rect">
            <a:avLst/>
          </a:prstGeom>
          <a:solidFill>
            <a:srgbClr val="4B8BB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and Learning Process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of Previous Lesson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Lesson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core elements of the teaching-learning process.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various roles of a teacher in a classroom.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different learning styles and multiple intelligences.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Thorndike's Laws of Learning and other learning theories.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of the Teacher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2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of the Teacher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Manager: Systematic classroom order.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Leader: Director, coach, and supporter.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Surrogate Parent: Providing security and emotional well-being.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Counselor: Guidance figure for personal challenges.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Model: Exemplar for behavior and judgment.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Public Relations Specialist: External stakeholder management.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as Facilitator &amp; Instructor: Guiding core instruction.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Teaching-Learning Process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1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the Teaching-Learning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interaction between teacher, learner, and environment.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subject and active participant in learning.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mover of education, guide, facilitator, and motivator.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Environment: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psychological space for interaction.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must be present for real learning to exist.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Environment &amp; Visual/Aural Styles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3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Environment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the classroom or surroundings where students learn.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teachers, classmates, facilities, and learning atmosphere.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environment improves focus, motivation, and participation.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Learning Style: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seeing (pictures, charts, graphs).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easily visualize ideas.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Aural Learning Style: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hearing (lectures, discussions).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Styles &amp; Multiple Intelligences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4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Kinesthetic &amp; Read/Write Styles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Learning Style: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written text, enjoy reading and writing.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Kinesthetic Learning Style: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through trial and error, prefer hands-on approaches.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Intelligences (Gardner):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Intelligence (Picture Smart)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Musical Intelligence (Music Smart)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Bodily-Kinesthetic, Linguistic, Logical-Mathematical, etc.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Thorndike's Laws of Learning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5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Laws of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Readiness (The "Get Ready" Rule):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starts with mindset and mental preparation.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Exercise (The "Practice" Rule):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practice strengthen learning.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of Effect: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followed by rewards are strengthened.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Laws of Thorndike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6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Laws of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Belongingness: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faster when learners perceive a natural connection.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Intensity: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Vivid, dramatic, or striking experiences are remembered deeply.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of Forgetting: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knowledge that are not used gradually fade.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Theories of Learning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7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Behaviorism &amp; Operant Conditioning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Behaviorism: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Denies inborn tendencies.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is a process of building reflexes through interaction.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Operant Conditioning (B.F. Skinner):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must actively do something to the environment.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are taken to produce a result or gain a reward.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Perspectives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B8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8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Theory &amp;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Perspective: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mental processes (thinking, memory, reasoning).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Gestalt Theory: "The whole is greater than the sum of its parts."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Theory (Kurt Lewin):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= Person + Environment</a:t>
            </a:r>
            <a:endParaRPr lang="en-US" sz="2200" dirty="0"/>
          </a:p>
          <a:p>
            <a:pPr algn="l" marL="342900" indent="-342900">
              <a:lnSpc>
                <a:spcPts val="3000"/>
              </a:lnSpc>
              <a:buSzPct val="100000"/>
              <a:buChar char="•"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Theories: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Alfred Binet: Intelligence as problem-solving.</a:t>
            </a:r>
            <a:endParaRPr lang="en-US" sz="2200" dirty="0"/>
          </a:p>
          <a:p>
            <a:pPr algn="l" lvl="1" indent="0" marL="0">
              <a:lnSpc>
                <a:spcPts val="3000"/>
              </a:lnSpc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Spearman: General (g-factor) &amp; Specific (s-factor).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4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Verse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2026-07-09T21:44:48Z</dcterms:created>
  <dcterms:modified xsi:type="dcterms:W3CDTF">2026-07-09T21:44:48Z</dcterms:modified>
</cp:coreProperties>
</file>